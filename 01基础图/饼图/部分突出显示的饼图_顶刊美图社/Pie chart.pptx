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0698163" cy="7562850"/>
  <p:notesSz cx="6858000" cy="9144000"/>
  <p:defaultTextStyle>
    <a:defPPr>
      <a:defRPr lang="en-US"/>
    </a:defPPr>
    <a:lvl1pPr marL="0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982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964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947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929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911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893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5876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3858" algn="l" defTabSz="99596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76" d="100"/>
          <a:sy n="76" d="100"/>
        </p:scale>
        <p:origin x="-1320" y="-77"/>
      </p:cViewPr>
      <p:guideLst>
        <p:guide orient="horz" pos="2382"/>
        <p:guide pos="337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362" y="2349388"/>
            <a:ext cx="9093439" cy="162111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4725" y="4285615"/>
            <a:ext cx="7488714" cy="1932728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979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9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93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919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899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9878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4858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983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081" y="4859833"/>
            <a:ext cx="9093439" cy="1502066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081" y="3205460"/>
            <a:ext cx="9093439" cy="1654373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979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95964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3pPr>
            <a:lvl4pPr marL="149394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1991929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489911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2987893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485876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39838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9486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83991" y="1764667"/>
            <a:ext cx="5126203" cy="4991131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9" y="1692889"/>
            <a:ext cx="4726880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4909" y="2398404"/>
            <a:ext cx="4726880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34519" y="1692889"/>
            <a:ext cx="4728738" cy="705515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497982" indent="0">
              <a:buNone/>
              <a:defRPr sz="2200" b="1"/>
            </a:lvl2pPr>
            <a:lvl3pPr marL="995964" indent="0">
              <a:buNone/>
              <a:defRPr sz="2000" b="1"/>
            </a:lvl3pPr>
            <a:lvl4pPr marL="1493947" indent="0">
              <a:buNone/>
              <a:defRPr sz="1700" b="1"/>
            </a:lvl4pPr>
            <a:lvl5pPr marL="1991929" indent="0">
              <a:buNone/>
              <a:defRPr sz="1700" b="1"/>
            </a:lvl5pPr>
            <a:lvl6pPr marL="2489911" indent="0">
              <a:buNone/>
              <a:defRPr sz="1700" b="1"/>
            </a:lvl6pPr>
            <a:lvl7pPr marL="2987893" indent="0">
              <a:buNone/>
              <a:defRPr sz="1700" b="1"/>
            </a:lvl7pPr>
            <a:lvl8pPr marL="3485876" indent="0">
              <a:buNone/>
              <a:defRPr sz="1700" b="1"/>
            </a:lvl8pPr>
            <a:lvl9pPr marL="3983858" indent="0">
              <a:buNone/>
              <a:defRPr sz="17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34519" y="2398404"/>
            <a:ext cx="4728738" cy="435739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4909" y="301113"/>
            <a:ext cx="3519622" cy="1281483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2686" y="301116"/>
            <a:ext cx="5980569" cy="6454683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4909" y="1582598"/>
            <a:ext cx="3519622" cy="5173200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96914" y="5293995"/>
            <a:ext cx="6418898" cy="624986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96914" y="675755"/>
            <a:ext cx="6418898" cy="4537710"/>
          </a:xfrm>
        </p:spPr>
        <p:txBody>
          <a:bodyPr/>
          <a:lstStyle>
            <a:lvl1pPr marL="0" indent="0">
              <a:buNone/>
              <a:defRPr sz="3500"/>
            </a:lvl1pPr>
            <a:lvl2pPr marL="497982" indent="0">
              <a:buNone/>
              <a:defRPr sz="3000"/>
            </a:lvl2pPr>
            <a:lvl3pPr marL="995964" indent="0">
              <a:buNone/>
              <a:defRPr sz="2600"/>
            </a:lvl3pPr>
            <a:lvl4pPr marL="1493947" indent="0">
              <a:buNone/>
              <a:defRPr sz="2200"/>
            </a:lvl4pPr>
            <a:lvl5pPr marL="1991929" indent="0">
              <a:buNone/>
              <a:defRPr sz="2200"/>
            </a:lvl5pPr>
            <a:lvl6pPr marL="2489911" indent="0">
              <a:buNone/>
              <a:defRPr sz="2200"/>
            </a:lvl6pPr>
            <a:lvl7pPr marL="2987893" indent="0">
              <a:buNone/>
              <a:defRPr sz="2200"/>
            </a:lvl7pPr>
            <a:lvl8pPr marL="3485876" indent="0">
              <a:buNone/>
              <a:defRPr sz="2200"/>
            </a:lvl8pPr>
            <a:lvl9pPr marL="3983858" indent="0">
              <a:buNone/>
              <a:defRPr sz="22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96914" y="5918981"/>
            <a:ext cx="6418898" cy="887584"/>
          </a:xfrm>
        </p:spPr>
        <p:txBody>
          <a:bodyPr/>
          <a:lstStyle>
            <a:lvl1pPr marL="0" indent="0">
              <a:buNone/>
              <a:defRPr sz="1500"/>
            </a:lvl1pPr>
            <a:lvl2pPr marL="497982" indent="0">
              <a:buNone/>
              <a:defRPr sz="1300"/>
            </a:lvl2pPr>
            <a:lvl3pPr marL="995964" indent="0">
              <a:buNone/>
              <a:defRPr sz="1100"/>
            </a:lvl3pPr>
            <a:lvl4pPr marL="1493947" indent="0">
              <a:buNone/>
              <a:defRPr sz="1000"/>
            </a:lvl4pPr>
            <a:lvl5pPr marL="1991929" indent="0">
              <a:buNone/>
              <a:defRPr sz="1000"/>
            </a:lvl5pPr>
            <a:lvl6pPr marL="2489911" indent="0">
              <a:buNone/>
              <a:defRPr sz="1000"/>
            </a:lvl6pPr>
            <a:lvl7pPr marL="2987893" indent="0">
              <a:buNone/>
              <a:defRPr sz="1000"/>
            </a:lvl7pPr>
            <a:lvl8pPr marL="3485876" indent="0">
              <a:buNone/>
              <a:defRPr sz="1000"/>
            </a:lvl8pPr>
            <a:lvl9pPr marL="398385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2515" y="302867"/>
            <a:ext cx="2607678" cy="645293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9485" y="302867"/>
            <a:ext cx="7644730" cy="645293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908" y="302865"/>
            <a:ext cx="9628347" cy="1260475"/>
          </a:xfrm>
          <a:prstGeom prst="rect">
            <a:avLst/>
          </a:prstGeom>
        </p:spPr>
        <p:txBody>
          <a:bodyPr vert="horz" lIns="99596" tIns="49798" rIns="99596" bIns="49798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908" y="1764667"/>
            <a:ext cx="9628347" cy="4991131"/>
          </a:xfrm>
          <a:prstGeom prst="rect">
            <a:avLst/>
          </a:prstGeom>
        </p:spPr>
        <p:txBody>
          <a:bodyPr vert="horz" lIns="99596" tIns="49798" rIns="99596" bIns="49798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4908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5206" y="7009644"/>
            <a:ext cx="3387752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67017" y="7009644"/>
            <a:ext cx="2496238" cy="402652"/>
          </a:xfrm>
          <a:prstGeom prst="rect">
            <a:avLst/>
          </a:prstGeom>
        </p:spPr>
        <p:txBody>
          <a:bodyPr vert="horz" lIns="99596" tIns="49798" rIns="99596" bIns="49798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95964" rtl="0" eaLnBrk="1" latinLnBrk="0" hangingPunct="1"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3487" indent="-373487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09221" indent="-311239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956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938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920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902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36885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34867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32849" indent="-248991" algn="l" defTabSz="99596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982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964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947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929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911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893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5876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3858" algn="l" defTabSz="99596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148682" y="1495425"/>
            <a:ext cx="6400800" cy="4572000"/>
            <a:chOff x="2148682" y="1495425"/>
            <a:chExt cx="6400800" cy="4572000"/>
          </a:xfrm>
        </p:grpSpPr>
        <p:sp>
          <p:nvSpPr>
            <p:cNvPr id="3" name="rc3"/>
            <p:cNvSpPr/>
            <p:nvPr/>
          </p:nvSpPr>
          <p:spPr>
            <a:xfrm>
              <a:off x="2148681" y="1495425"/>
              <a:ext cx="6400800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148681" y="1495425"/>
              <a:ext cx="6400799" cy="4572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218270" y="1565014"/>
              <a:ext cx="3494508" cy="44328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2322654" y="2023528"/>
              <a:ext cx="3320535" cy="34809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pg7"/>
            <p:cNvSpPr/>
            <p:nvPr/>
          </p:nvSpPr>
          <p:spPr>
            <a:xfrm>
              <a:off x="3982921" y="2327598"/>
              <a:ext cx="37892" cy="1509350"/>
            </a:xfrm>
            <a:custGeom>
              <a:avLst/>
              <a:pathLst>
                <a:path w="37892" h="1509350">
                  <a:moveTo>
                    <a:pt x="0" y="0"/>
                  </a:moveTo>
                  <a:lnTo>
                    <a:pt x="18947" y="118"/>
                  </a:lnTo>
                  <a:lnTo>
                    <a:pt x="37892" y="475"/>
                  </a:lnTo>
                  <a:lnTo>
                    <a:pt x="0" y="1509350"/>
                  </a:lnTo>
                  <a:close/>
                </a:path>
              </a:pathLst>
            </a:custGeom>
            <a:solidFill>
              <a:srgbClr val="040503">
                <a:alpha val="100000"/>
              </a:srgbClr>
            </a:solidFill>
            <a:ln w="13550" cap="rnd">
              <a:solidFill>
                <a:srgbClr val="04050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g8"/>
            <p:cNvSpPr/>
            <p:nvPr/>
          </p:nvSpPr>
          <p:spPr>
            <a:xfrm>
              <a:off x="3982921" y="3244608"/>
              <a:ext cx="1509334" cy="1047027"/>
            </a:xfrm>
            <a:custGeom>
              <a:avLst/>
              <a:pathLst>
                <a:path w="1509334" h="1047027">
                  <a:moveTo>
                    <a:pt x="1388261" y="0"/>
                  </a:moveTo>
                  <a:lnTo>
                    <a:pt x="1398546" y="24708"/>
                  </a:lnTo>
                  <a:lnTo>
                    <a:pt x="1408391" y="49596"/>
                  </a:lnTo>
                  <a:lnTo>
                    <a:pt x="1417793" y="74654"/>
                  </a:lnTo>
                  <a:lnTo>
                    <a:pt x="1426750" y="99874"/>
                  </a:lnTo>
                  <a:lnTo>
                    <a:pt x="1435257" y="125250"/>
                  </a:lnTo>
                  <a:lnTo>
                    <a:pt x="1443314" y="150773"/>
                  </a:lnTo>
                  <a:lnTo>
                    <a:pt x="1450917" y="176434"/>
                  </a:lnTo>
                  <a:lnTo>
                    <a:pt x="1458063" y="202226"/>
                  </a:lnTo>
                  <a:lnTo>
                    <a:pt x="1464751" y="228141"/>
                  </a:lnTo>
                  <a:lnTo>
                    <a:pt x="1470979" y="254170"/>
                  </a:lnTo>
                  <a:lnTo>
                    <a:pt x="1476744" y="280306"/>
                  </a:lnTo>
                  <a:lnTo>
                    <a:pt x="1482044" y="306539"/>
                  </a:lnTo>
                  <a:lnTo>
                    <a:pt x="1486879" y="332863"/>
                  </a:lnTo>
                  <a:lnTo>
                    <a:pt x="1491246" y="359268"/>
                  </a:lnTo>
                  <a:lnTo>
                    <a:pt x="1495144" y="385746"/>
                  </a:lnTo>
                  <a:lnTo>
                    <a:pt x="1498572" y="412290"/>
                  </a:lnTo>
                  <a:lnTo>
                    <a:pt x="1501529" y="438890"/>
                  </a:lnTo>
                  <a:lnTo>
                    <a:pt x="1504014" y="465538"/>
                  </a:lnTo>
                  <a:lnTo>
                    <a:pt x="1506026" y="492226"/>
                  </a:lnTo>
                  <a:lnTo>
                    <a:pt x="1507564" y="518946"/>
                  </a:lnTo>
                  <a:lnTo>
                    <a:pt x="1508629" y="545688"/>
                  </a:lnTo>
                  <a:lnTo>
                    <a:pt x="1509219" y="572446"/>
                  </a:lnTo>
                  <a:lnTo>
                    <a:pt x="1509334" y="599209"/>
                  </a:lnTo>
                  <a:lnTo>
                    <a:pt x="1508975" y="625971"/>
                  </a:lnTo>
                  <a:lnTo>
                    <a:pt x="1508142" y="652722"/>
                  </a:lnTo>
                  <a:lnTo>
                    <a:pt x="1506834" y="679454"/>
                  </a:lnTo>
                  <a:lnTo>
                    <a:pt x="1505052" y="706158"/>
                  </a:lnTo>
                  <a:lnTo>
                    <a:pt x="1502798" y="732827"/>
                  </a:lnTo>
                  <a:lnTo>
                    <a:pt x="1500070" y="759451"/>
                  </a:lnTo>
                  <a:lnTo>
                    <a:pt x="1496872" y="786023"/>
                  </a:lnTo>
                  <a:lnTo>
                    <a:pt x="1493202" y="812534"/>
                  </a:lnTo>
                  <a:lnTo>
                    <a:pt x="1489063" y="838976"/>
                  </a:lnTo>
                  <a:lnTo>
                    <a:pt x="1484456" y="865341"/>
                  </a:lnTo>
                  <a:lnTo>
                    <a:pt x="1479382" y="891619"/>
                  </a:lnTo>
                  <a:lnTo>
                    <a:pt x="1473842" y="917803"/>
                  </a:lnTo>
                  <a:lnTo>
                    <a:pt x="1467840" y="943885"/>
                  </a:lnTo>
                  <a:lnTo>
                    <a:pt x="1461376" y="969857"/>
                  </a:lnTo>
                  <a:lnTo>
                    <a:pt x="1454452" y="995710"/>
                  </a:lnTo>
                  <a:lnTo>
                    <a:pt x="1447071" y="1021436"/>
                  </a:lnTo>
                  <a:lnTo>
                    <a:pt x="1439235" y="1047027"/>
                  </a:lnTo>
                  <a:lnTo>
                    <a:pt x="0" y="592341"/>
                  </a:lnTo>
                  <a:close/>
                </a:path>
              </a:pathLst>
            </a:custGeom>
            <a:solidFill>
              <a:srgbClr val="FDE2D6">
                <a:alpha val="100000"/>
              </a:srgbClr>
            </a:solidFill>
            <a:ln w="13550" cap="rnd">
              <a:solidFill>
                <a:srgbClr val="FDE2D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g9"/>
            <p:cNvSpPr/>
            <p:nvPr/>
          </p:nvSpPr>
          <p:spPr>
            <a:xfrm>
              <a:off x="2947078" y="3836949"/>
              <a:ext cx="2475078" cy="1509350"/>
            </a:xfrm>
            <a:custGeom>
              <a:avLst/>
              <a:pathLst>
                <a:path w="2475078" h="1509350">
                  <a:moveTo>
                    <a:pt x="2475078" y="454686"/>
                  </a:moveTo>
                  <a:lnTo>
                    <a:pt x="2466865" y="479909"/>
                  </a:lnTo>
                  <a:lnTo>
                    <a:pt x="2458210" y="504984"/>
                  </a:lnTo>
                  <a:lnTo>
                    <a:pt x="2449115" y="529904"/>
                  </a:lnTo>
                  <a:lnTo>
                    <a:pt x="2439584" y="554659"/>
                  </a:lnTo>
                  <a:lnTo>
                    <a:pt x="2429620" y="579244"/>
                  </a:lnTo>
                  <a:lnTo>
                    <a:pt x="2419225" y="603649"/>
                  </a:lnTo>
                  <a:lnTo>
                    <a:pt x="2408402" y="627868"/>
                  </a:lnTo>
                  <a:lnTo>
                    <a:pt x="2397156" y="651893"/>
                  </a:lnTo>
                  <a:lnTo>
                    <a:pt x="2385489" y="675717"/>
                  </a:lnTo>
                  <a:lnTo>
                    <a:pt x="2373405" y="699332"/>
                  </a:lnTo>
                  <a:lnTo>
                    <a:pt x="2360908" y="722730"/>
                  </a:lnTo>
                  <a:lnTo>
                    <a:pt x="2348002" y="745906"/>
                  </a:lnTo>
                  <a:lnTo>
                    <a:pt x="2334690" y="768851"/>
                  </a:lnTo>
                  <a:lnTo>
                    <a:pt x="2320977" y="791559"/>
                  </a:lnTo>
                  <a:lnTo>
                    <a:pt x="2306868" y="814022"/>
                  </a:lnTo>
                  <a:lnTo>
                    <a:pt x="2292366" y="836234"/>
                  </a:lnTo>
                  <a:lnTo>
                    <a:pt x="2277475" y="858188"/>
                  </a:lnTo>
                  <a:lnTo>
                    <a:pt x="2262201" y="879876"/>
                  </a:lnTo>
                  <a:lnTo>
                    <a:pt x="2246548" y="901293"/>
                  </a:lnTo>
                  <a:lnTo>
                    <a:pt x="2230522" y="922431"/>
                  </a:lnTo>
                  <a:lnTo>
                    <a:pt x="2214126" y="943285"/>
                  </a:lnTo>
                  <a:lnTo>
                    <a:pt x="2197366" y="963847"/>
                  </a:lnTo>
                  <a:lnTo>
                    <a:pt x="2180248" y="984111"/>
                  </a:lnTo>
                  <a:lnTo>
                    <a:pt x="2162776" y="1004071"/>
                  </a:lnTo>
                  <a:lnTo>
                    <a:pt x="2144956" y="1023721"/>
                  </a:lnTo>
                  <a:lnTo>
                    <a:pt x="2126793" y="1043055"/>
                  </a:lnTo>
                  <a:lnTo>
                    <a:pt x="2108294" y="1062067"/>
                  </a:lnTo>
                  <a:lnTo>
                    <a:pt x="2089463" y="1080751"/>
                  </a:lnTo>
                  <a:lnTo>
                    <a:pt x="2070306" y="1099101"/>
                  </a:lnTo>
                  <a:lnTo>
                    <a:pt x="2050831" y="1117111"/>
                  </a:lnTo>
                  <a:lnTo>
                    <a:pt x="2031041" y="1134776"/>
                  </a:lnTo>
                  <a:lnTo>
                    <a:pt x="2010944" y="1152091"/>
                  </a:lnTo>
                  <a:lnTo>
                    <a:pt x="1990546" y="1169050"/>
                  </a:lnTo>
                  <a:lnTo>
                    <a:pt x="1969854" y="1185648"/>
                  </a:lnTo>
                  <a:lnTo>
                    <a:pt x="1948872" y="1201879"/>
                  </a:lnTo>
                  <a:lnTo>
                    <a:pt x="1927609" y="1217740"/>
                  </a:lnTo>
                  <a:lnTo>
                    <a:pt x="1906070" y="1233224"/>
                  </a:lnTo>
                  <a:lnTo>
                    <a:pt x="1884262" y="1248327"/>
                  </a:lnTo>
                  <a:lnTo>
                    <a:pt x="1862193" y="1263045"/>
                  </a:lnTo>
                  <a:lnTo>
                    <a:pt x="1839868" y="1277373"/>
                  </a:lnTo>
                  <a:lnTo>
                    <a:pt x="1817295" y="1291306"/>
                  </a:lnTo>
                  <a:lnTo>
                    <a:pt x="1794480" y="1304840"/>
                  </a:lnTo>
                  <a:lnTo>
                    <a:pt x="1771431" y="1317971"/>
                  </a:lnTo>
                  <a:lnTo>
                    <a:pt x="1748155" y="1330695"/>
                  </a:lnTo>
                  <a:lnTo>
                    <a:pt x="1724658" y="1343008"/>
                  </a:lnTo>
                  <a:lnTo>
                    <a:pt x="1700949" y="1354906"/>
                  </a:lnTo>
                  <a:lnTo>
                    <a:pt x="1677035" y="1366386"/>
                  </a:lnTo>
                  <a:lnTo>
                    <a:pt x="1652922" y="1377443"/>
                  </a:lnTo>
                  <a:lnTo>
                    <a:pt x="1628619" y="1388075"/>
                  </a:lnTo>
                  <a:lnTo>
                    <a:pt x="1604133" y="1398279"/>
                  </a:lnTo>
                  <a:lnTo>
                    <a:pt x="1579471" y="1408050"/>
                  </a:lnTo>
                  <a:lnTo>
                    <a:pt x="1554642" y="1417387"/>
                  </a:lnTo>
                  <a:lnTo>
                    <a:pt x="1529652" y="1426285"/>
                  </a:lnTo>
                  <a:lnTo>
                    <a:pt x="1504509" y="1434743"/>
                  </a:lnTo>
                  <a:lnTo>
                    <a:pt x="1479222" y="1442758"/>
                  </a:lnTo>
                  <a:lnTo>
                    <a:pt x="1453798" y="1450328"/>
                  </a:lnTo>
                  <a:lnTo>
                    <a:pt x="1428245" y="1457449"/>
                  </a:lnTo>
                  <a:lnTo>
                    <a:pt x="1402570" y="1464120"/>
                  </a:lnTo>
                  <a:lnTo>
                    <a:pt x="1376783" y="1470339"/>
                  </a:lnTo>
                  <a:lnTo>
                    <a:pt x="1350890" y="1476104"/>
                  </a:lnTo>
                  <a:lnTo>
                    <a:pt x="1324899" y="1481413"/>
                  </a:lnTo>
                  <a:lnTo>
                    <a:pt x="1298820" y="1486264"/>
                  </a:lnTo>
                  <a:lnTo>
                    <a:pt x="1272659" y="1490656"/>
                  </a:lnTo>
                  <a:lnTo>
                    <a:pt x="1246425" y="1494588"/>
                  </a:lnTo>
                  <a:lnTo>
                    <a:pt x="1220126" y="1498058"/>
                  </a:lnTo>
                  <a:lnTo>
                    <a:pt x="1193770" y="1501065"/>
                  </a:lnTo>
                  <a:lnTo>
                    <a:pt x="1167365" y="1503609"/>
                  </a:lnTo>
                  <a:lnTo>
                    <a:pt x="1140919" y="1505688"/>
                  </a:lnTo>
                  <a:lnTo>
                    <a:pt x="1114442" y="1507302"/>
                  </a:lnTo>
                  <a:lnTo>
                    <a:pt x="1087939" y="1508451"/>
                  </a:lnTo>
                  <a:lnTo>
                    <a:pt x="1061421" y="1509133"/>
                  </a:lnTo>
                  <a:lnTo>
                    <a:pt x="1034895" y="1509350"/>
                  </a:lnTo>
                  <a:lnTo>
                    <a:pt x="1008369" y="1509100"/>
                  </a:lnTo>
                  <a:lnTo>
                    <a:pt x="981852" y="1508384"/>
                  </a:lnTo>
                  <a:lnTo>
                    <a:pt x="955351" y="1507202"/>
                  </a:lnTo>
                  <a:lnTo>
                    <a:pt x="928875" y="1505555"/>
                  </a:lnTo>
                  <a:lnTo>
                    <a:pt x="902433" y="1503442"/>
                  </a:lnTo>
                  <a:lnTo>
                    <a:pt x="876031" y="1500866"/>
                  </a:lnTo>
                  <a:lnTo>
                    <a:pt x="849679" y="1497825"/>
                  </a:lnTo>
                  <a:lnTo>
                    <a:pt x="823384" y="1494322"/>
                  </a:lnTo>
                  <a:lnTo>
                    <a:pt x="797155" y="1490358"/>
                  </a:lnTo>
                  <a:lnTo>
                    <a:pt x="771000" y="1485933"/>
                  </a:lnTo>
                  <a:lnTo>
                    <a:pt x="744926" y="1481049"/>
                  </a:lnTo>
                  <a:lnTo>
                    <a:pt x="718943" y="1475707"/>
                  </a:lnTo>
                  <a:lnTo>
                    <a:pt x="693057" y="1469910"/>
                  </a:lnTo>
                  <a:lnTo>
                    <a:pt x="667277" y="1463659"/>
                  </a:lnTo>
                  <a:lnTo>
                    <a:pt x="641611" y="1456955"/>
                  </a:lnTo>
                  <a:lnTo>
                    <a:pt x="616066" y="1449802"/>
                  </a:lnTo>
                  <a:lnTo>
                    <a:pt x="590652" y="1442201"/>
                  </a:lnTo>
                  <a:lnTo>
                    <a:pt x="565375" y="1434154"/>
                  </a:lnTo>
                  <a:lnTo>
                    <a:pt x="540243" y="1425664"/>
                  </a:lnTo>
                  <a:lnTo>
                    <a:pt x="515264" y="1416734"/>
                  </a:lnTo>
                  <a:lnTo>
                    <a:pt x="490446" y="1407366"/>
                  </a:lnTo>
                  <a:lnTo>
                    <a:pt x="465797" y="1397564"/>
                  </a:lnTo>
                  <a:lnTo>
                    <a:pt x="441323" y="1387330"/>
                  </a:lnTo>
                  <a:lnTo>
                    <a:pt x="417034" y="1376667"/>
                  </a:lnTo>
                  <a:lnTo>
                    <a:pt x="392935" y="1365580"/>
                  </a:lnTo>
                  <a:lnTo>
                    <a:pt x="369035" y="1354070"/>
                  </a:lnTo>
                  <a:lnTo>
                    <a:pt x="345341" y="1342142"/>
                  </a:lnTo>
                  <a:lnTo>
                    <a:pt x="321860" y="1329800"/>
                  </a:lnTo>
                  <a:lnTo>
                    <a:pt x="298600" y="1317046"/>
                  </a:lnTo>
                  <a:lnTo>
                    <a:pt x="275568" y="1303886"/>
                  </a:lnTo>
                  <a:lnTo>
                    <a:pt x="252770" y="1290324"/>
                  </a:lnTo>
                  <a:lnTo>
                    <a:pt x="230214" y="1276362"/>
                  </a:lnTo>
                  <a:lnTo>
                    <a:pt x="207907" y="1262007"/>
                  </a:lnTo>
                  <a:lnTo>
                    <a:pt x="185856" y="1247261"/>
                  </a:lnTo>
                  <a:lnTo>
                    <a:pt x="164067" y="1232131"/>
                  </a:lnTo>
                  <a:lnTo>
                    <a:pt x="142548" y="1216619"/>
                  </a:lnTo>
                  <a:lnTo>
                    <a:pt x="121305" y="1200732"/>
                  </a:lnTo>
                  <a:lnTo>
                    <a:pt x="100344" y="1184474"/>
                  </a:lnTo>
                  <a:lnTo>
                    <a:pt x="79672" y="1167851"/>
                  </a:lnTo>
                  <a:lnTo>
                    <a:pt x="59295" y="1150866"/>
                  </a:lnTo>
                  <a:lnTo>
                    <a:pt x="39220" y="1133526"/>
                  </a:lnTo>
                  <a:lnTo>
                    <a:pt x="19453" y="1115836"/>
                  </a:lnTo>
                  <a:lnTo>
                    <a:pt x="0" y="1097801"/>
                  </a:lnTo>
                  <a:lnTo>
                    <a:pt x="1035842" y="0"/>
                  </a:lnTo>
                  <a:close/>
                </a:path>
              </a:pathLst>
            </a:custGeom>
            <a:solidFill>
              <a:srgbClr val="FDF1EA">
                <a:alpha val="100000"/>
              </a:srgbClr>
            </a:solidFill>
            <a:ln w="13550" cap="rnd">
              <a:solidFill>
                <a:srgbClr val="FDF1E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g10"/>
            <p:cNvSpPr/>
            <p:nvPr/>
          </p:nvSpPr>
          <p:spPr>
            <a:xfrm>
              <a:off x="2473587" y="2844959"/>
              <a:ext cx="1509334" cy="2089791"/>
            </a:xfrm>
            <a:custGeom>
              <a:avLst/>
              <a:pathLst>
                <a:path w="1509334" h="2089791">
                  <a:moveTo>
                    <a:pt x="473491" y="2089791"/>
                  </a:moveTo>
                  <a:lnTo>
                    <a:pt x="454326" y="2071386"/>
                  </a:lnTo>
                  <a:lnTo>
                    <a:pt x="435489" y="2052647"/>
                  </a:lnTo>
                  <a:lnTo>
                    <a:pt x="416984" y="2033580"/>
                  </a:lnTo>
                  <a:lnTo>
                    <a:pt x="398818" y="2014189"/>
                  </a:lnTo>
                  <a:lnTo>
                    <a:pt x="380996" y="1994482"/>
                  </a:lnTo>
                  <a:lnTo>
                    <a:pt x="363524" y="1974465"/>
                  </a:lnTo>
                  <a:lnTo>
                    <a:pt x="346406" y="1954142"/>
                  </a:lnTo>
                  <a:lnTo>
                    <a:pt x="329650" y="1933522"/>
                  </a:lnTo>
                  <a:lnTo>
                    <a:pt x="313258" y="1912610"/>
                  </a:lnTo>
                  <a:lnTo>
                    <a:pt x="297238" y="1891412"/>
                  </a:lnTo>
                  <a:lnTo>
                    <a:pt x="281593" y="1869936"/>
                  </a:lnTo>
                  <a:lnTo>
                    <a:pt x="266328" y="1848187"/>
                  </a:lnTo>
                  <a:lnTo>
                    <a:pt x="251449" y="1826174"/>
                  </a:lnTo>
                  <a:lnTo>
                    <a:pt x="236959" y="1803902"/>
                  </a:lnTo>
                  <a:lnTo>
                    <a:pt x="222864" y="1781378"/>
                  </a:lnTo>
                  <a:lnTo>
                    <a:pt x="209168" y="1758609"/>
                  </a:lnTo>
                  <a:lnTo>
                    <a:pt x="195874" y="1735603"/>
                  </a:lnTo>
                  <a:lnTo>
                    <a:pt x="182988" y="1712367"/>
                  </a:lnTo>
                  <a:lnTo>
                    <a:pt x="170512" y="1688907"/>
                  </a:lnTo>
                  <a:lnTo>
                    <a:pt x="158451" y="1665232"/>
                  </a:lnTo>
                  <a:lnTo>
                    <a:pt x="146809" y="1641347"/>
                  </a:lnTo>
                  <a:lnTo>
                    <a:pt x="135590" y="1617262"/>
                  </a:lnTo>
                  <a:lnTo>
                    <a:pt x="124796" y="1592983"/>
                  </a:lnTo>
                  <a:lnTo>
                    <a:pt x="114431" y="1568517"/>
                  </a:lnTo>
                  <a:lnTo>
                    <a:pt x="104498" y="1543873"/>
                  </a:lnTo>
                  <a:lnTo>
                    <a:pt x="95001" y="1519058"/>
                  </a:lnTo>
                  <a:lnTo>
                    <a:pt x="85942" y="1494079"/>
                  </a:lnTo>
                  <a:lnTo>
                    <a:pt x="77324" y="1468945"/>
                  </a:lnTo>
                  <a:lnTo>
                    <a:pt x="69150" y="1443663"/>
                  </a:lnTo>
                  <a:lnTo>
                    <a:pt x="61422" y="1418241"/>
                  </a:lnTo>
                  <a:lnTo>
                    <a:pt x="54143" y="1392687"/>
                  </a:lnTo>
                  <a:lnTo>
                    <a:pt x="47315" y="1367008"/>
                  </a:lnTo>
                  <a:lnTo>
                    <a:pt x="40940" y="1341214"/>
                  </a:lnTo>
                  <a:lnTo>
                    <a:pt x="35020" y="1315311"/>
                  </a:lnTo>
                  <a:lnTo>
                    <a:pt x="29557" y="1289308"/>
                  </a:lnTo>
                  <a:lnTo>
                    <a:pt x="24552" y="1263213"/>
                  </a:lnTo>
                  <a:lnTo>
                    <a:pt x="20008" y="1237034"/>
                  </a:lnTo>
                  <a:lnTo>
                    <a:pt x="15925" y="1210779"/>
                  </a:lnTo>
                  <a:lnTo>
                    <a:pt x="12305" y="1184457"/>
                  </a:lnTo>
                  <a:lnTo>
                    <a:pt x="9149" y="1158074"/>
                  </a:lnTo>
                  <a:lnTo>
                    <a:pt x="6458" y="1131640"/>
                  </a:lnTo>
                  <a:lnTo>
                    <a:pt x="4232" y="1105163"/>
                  </a:lnTo>
                  <a:lnTo>
                    <a:pt x="2473" y="1078651"/>
                  </a:lnTo>
                  <a:lnTo>
                    <a:pt x="1181" y="1052112"/>
                  </a:lnTo>
                  <a:lnTo>
                    <a:pt x="357" y="1025554"/>
                  </a:lnTo>
                  <a:lnTo>
                    <a:pt x="0" y="998986"/>
                  </a:lnTo>
                  <a:lnTo>
                    <a:pt x="110" y="972415"/>
                  </a:lnTo>
                  <a:lnTo>
                    <a:pt x="689" y="945851"/>
                  </a:lnTo>
                  <a:lnTo>
                    <a:pt x="1735" y="919301"/>
                  </a:lnTo>
                  <a:lnTo>
                    <a:pt x="3248" y="892774"/>
                  </a:lnTo>
                  <a:lnTo>
                    <a:pt x="5228" y="866277"/>
                  </a:lnTo>
                  <a:lnTo>
                    <a:pt x="7674" y="839819"/>
                  </a:lnTo>
                  <a:lnTo>
                    <a:pt x="10585" y="813409"/>
                  </a:lnTo>
                  <a:lnTo>
                    <a:pt x="13961" y="787053"/>
                  </a:lnTo>
                  <a:lnTo>
                    <a:pt x="17800" y="760762"/>
                  </a:lnTo>
                  <a:lnTo>
                    <a:pt x="22102" y="734541"/>
                  </a:lnTo>
                  <a:lnTo>
                    <a:pt x="26864" y="708401"/>
                  </a:lnTo>
                  <a:lnTo>
                    <a:pt x="32086" y="682349"/>
                  </a:lnTo>
                  <a:lnTo>
                    <a:pt x="37765" y="656392"/>
                  </a:lnTo>
                  <a:lnTo>
                    <a:pt x="43901" y="630540"/>
                  </a:lnTo>
                  <a:lnTo>
                    <a:pt x="50491" y="604799"/>
                  </a:lnTo>
                  <a:lnTo>
                    <a:pt x="57533" y="579179"/>
                  </a:lnTo>
                  <a:lnTo>
                    <a:pt x="65024" y="553686"/>
                  </a:lnTo>
                  <a:lnTo>
                    <a:pt x="72964" y="528330"/>
                  </a:lnTo>
                  <a:lnTo>
                    <a:pt x="81348" y="503117"/>
                  </a:lnTo>
                  <a:lnTo>
                    <a:pt x="90175" y="478055"/>
                  </a:lnTo>
                  <a:lnTo>
                    <a:pt x="99442" y="453153"/>
                  </a:lnTo>
                  <a:lnTo>
                    <a:pt x="109146" y="428418"/>
                  </a:lnTo>
                  <a:lnTo>
                    <a:pt x="119283" y="403857"/>
                  </a:lnTo>
                  <a:lnTo>
                    <a:pt x="129852" y="379479"/>
                  </a:lnTo>
                  <a:lnTo>
                    <a:pt x="140848" y="355290"/>
                  </a:lnTo>
                  <a:lnTo>
                    <a:pt x="152268" y="331299"/>
                  </a:lnTo>
                  <a:lnTo>
                    <a:pt x="164108" y="307513"/>
                  </a:lnTo>
                  <a:lnTo>
                    <a:pt x="176366" y="283938"/>
                  </a:lnTo>
                  <a:lnTo>
                    <a:pt x="189037" y="260583"/>
                  </a:lnTo>
                  <a:lnTo>
                    <a:pt x="202116" y="237455"/>
                  </a:lnTo>
                  <a:lnTo>
                    <a:pt x="215601" y="214561"/>
                  </a:lnTo>
                  <a:lnTo>
                    <a:pt x="229487" y="191907"/>
                  </a:lnTo>
                  <a:lnTo>
                    <a:pt x="243769" y="169502"/>
                  </a:lnTo>
                  <a:lnTo>
                    <a:pt x="258444" y="147351"/>
                  </a:lnTo>
                  <a:lnTo>
                    <a:pt x="273506" y="125462"/>
                  </a:lnTo>
                  <a:lnTo>
                    <a:pt x="288951" y="103842"/>
                  </a:lnTo>
                  <a:lnTo>
                    <a:pt x="304775" y="82497"/>
                  </a:lnTo>
                  <a:lnTo>
                    <a:pt x="320971" y="61433"/>
                  </a:lnTo>
                  <a:lnTo>
                    <a:pt x="337536" y="40659"/>
                  </a:lnTo>
                  <a:lnTo>
                    <a:pt x="354464" y="20178"/>
                  </a:lnTo>
                  <a:lnTo>
                    <a:pt x="371750" y="0"/>
                  </a:lnTo>
                  <a:lnTo>
                    <a:pt x="1509334" y="991989"/>
                  </a:lnTo>
                  <a:close/>
                </a:path>
              </a:pathLst>
            </a:custGeom>
            <a:solidFill>
              <a:srgbClr val="AAD9C0">
                <a:alpha val="100000"/>
              </a:srgbClr>
            </a:solidFill>
            <a:ln w="13550" cap="rnd">
              <a:solidFill>
                <a:srgbClr val="AAD9C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g11"/>
            <p:cNvSpPr/>
            <p:nvPr/>
          </p:nvSpPr>
          <p:spPr>
            <a:xfrm>
              <a:off x="2738695" y="2590999"/>
              <a:ext cx="1137583" cy="1139138"/>
            </a:xfrm>
            <a:custGeom>
              <a:avLst/>
              <a:pathLst>
                <a:path w="1137583" h="1139138">
                  <a:moveTo>
                    <a:pt x="0" y="147149"/>
                  </a:moveTo>
                  <a:lnTo>
                    <a:pt x="19789" y="124901"/>
                  </a:lnTo>
                  <a:lnTo>
                    <a:pt x="40013" y="103049"/>
                  </a:lnTo>
                  <a:lnTo>
                    <a:pt x="60665" y="81600"/>
                  </a:lnTo>
                  <a:lnTo>
                    <a:pt x="81736" y="60562"/>
                  </a:lnTo>
                  <a:lnTo>
                    <a:pt x="103217" y="39944"/>
                  </a:lnTo>
                  <a:lnTo>
                    <a:pt x="125101" y="19754"/>
                  </a:lnTo>
                  <a:lnTo>
                    <a:pt x="147380" y="0"/>
                  </a:lnTo>
                  <a:lnTo>
                    <a:pt x="1137583" y="1139138"/>
                  </a:lnTo>
                  <a:close/>
                </a:path>
              </a:pathLst>
            </a:custGeom>
            <a:solidFill>
              <a:srgbClr val="0073AE">
                <a:alpha val="100000"/>
              </a:srgbClr>
            </a:solidFill>
            <a:ln w="13550" cap="rnd">
              <a:solidFill>
                <a:srgbClr val="0073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g12"/>
            <p:cNvSpPr/>
            <p:nvPr/>
          </p:nvSpPr>
          <p:spPr>
            <a:xfrm>
              <a:off x="2896955" y="2527054"/>
              <a:ext cx="990203" cy="1193230"/>
            </a:xfrm>
            <a:custGeom>
              <a:avLst/>
              <a:pathLst>
                <a:path w="990203" h="1193230">
                  <a:moveTo>
                    <a:pt x="0" y="54091"/>
                  </a:moveTo>
                  <a:lnTo>
                    <a:pt x="21625" y="35648"/>
                  </a:lnTo>
                  <a:lnTo>
                    <a:pt x="43593" y="17615"/>
                  </a:lnTo>
                  <a:lnTo>
                    <a:pt x="65897" y="0"/>
                  </a:lnTo>
                  <a:lnTo>
                    <a:pt x="990203" y="1193230"/>
                  </a:lnTo>
                  <a:close/>
                </a:path>
              </a:pathLst>
            </a:custGeom>
            <a:solidFill>
              <a:srgbClr val="069BDA">
                <a:alpha val="100000"/>
              </a:srgbClr>
            </a:solidFill>
            <a:ln w="13550" cap="rnd">
              <a:solidFill>
                <a:srgbClr val="069BD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g13"/>
            <p:cNvSpPr/>
            <p:nvPr/>
          </p:nvSpPr>
          <p:spPr>
            <a:xfrm>
              <a:off x="2974638" y="2402428"/>
              <a:ext cx="924305" cy="1309105"/>
            </a:xfrm>
            <a:custGeom>
              <a:avLst/>
              <a:pathLst>
                <a:path w="924305" h="1309105">
                  <a:moveTo>
                    <a:pt x="0" y="115874"/>
                  </a:moveTo>
                  <a:lnTo>
                    <a:pt x="23717" y="97874"/>
                  </a:lnTo>
                  <a:lnTo>
                    <a:pt x="47785" y="80344"/>
                  </a:lnTo>
                  <a:lnTo>
                    <a:pt x="72195" y="63293"/>
                  </a:lnTo>
                  <a:lnTo>
                    <a:pt x="96935" y="46726"/>
                  </a:lnTo>
                  <a:lnTo>
                    <a:pt x="121998" y="30651"/>
                  </a:lnTo>
                  <a:lnTo>
                    <a:pt x="147373" y="15074"/>
                  </a:lnTo>
                  <a:lnTo>
                    <a:pt x="173051" y="0"/>
                  </a:lnTo>
                  <a:lnTo>
                    <a:pt x="924305" y="1309105"/>
                  </a:lnTo>
                  <a:close/>
                </a:path>
              </a:pathLst>
            </a:custGeom>
            <a:solidFill>
              <a:srgbClr val="68B0E1">
                <a:alpha val="100000"/>
              </a:srgbClr>
            </a:solidFill>
            <a:ln w="13550" cap="rnd">
              <a:solidFill>
                <a:srgbClr val="68B0E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g14"/>
            <p:cNvSpPr/>
            <p:nvPr/>
          </p:nvSpPr>
          <p:spPr>
            <a:xfrm>
              <a:off x="3192793" y="2181755"/>
              <a:ext cx="751253" cy="1509350"/>
            </a:xfrm>
            <a:custGeom>
              <a:avLst/>
              <a:pathLst>
                <a:path w="751253" h="1509350">
                  <a:moveTo>
                    <a:pt x="0" y="200245"/>
                  </a:moveTo>
                  <a:lnTo>
                    <a:pt x="23637" y="186961"/>
                  </a:lnTo>
                  <a:lnTo>
                    <a:pt x="47510" y="174103"/>
                  </a:lnTo>
                  <a:lnTo>
                    <a:pt x="71610" y="161677"/>
                  </a:lnTo>
                  <a:lnTo>
                    <a:pt x="95929" y="149685"/>
                  </a:lnTo>
                  <a:lnTo>
                    <a:pt x="120460" y="138132"/>
                  </a:lnTo>
                  <a:lnTo>
                    <a:pt x="145194" y="127022"/>
                  </a:lnTo>
                  <a:lnTo>
                    <a:pt x="170124" y="116358"/>
                  </a:lnTo>
                  <a:lnTo>
                    <a:pt x="195242" y="106143"/>
                  </a:lnTo>
                  <a:lnTo>
                    <a:pt x="220539" y="96381"/>
                  </a:lnTo>
                  <a:lnTo>
                    <a:pt x="246007" y="87075"/>
                  </a:lnTo>
                  <a:lnTo>
                    <a:pt x="271638" y="78229"/>
                  </a:lnTo>
                  <a:lnTo>
                    <a:pt x="297424" y="69844"/>
                  </a:lnTo>
                  <a:lnTo>
                    <a:pt x="323357" y="61924"/>
                  </a:lnTo>
                  <a:lnTo>
                    <a:pt x="349427" y="54470"/>
                  </a:lnTo>
                  <a:lnTo>
                    <a:pt x="375628" y="47487"/>
                  </a:lnTo>
                  <a:lnTo>
                    <a:pt x="401949" y="40975"/>
                  </a:lnTo>
                  <a:lnTo>
                    <a:pt x="428383" y="34937"/>
                  </a:lnTo>
                  <a:lnTo>
                    <a:pt x="454922" y="29375"/>
                  </a:lnTo>
                  <a:lnTo>
                    <a:pt x="481556" y="24290"/>
                  </a:lnTo>
                  <a:lnTo>
                    <a:pt x="508277" y="19685"/>
                  </a:lnTo>
                  <a:lnTo>
                    <a:pt x="535076" y="15561"/>
                  </a:lnTo>
                  <a:lnTo>
                    <a:pt x="561946" y="11918"/>
                  </a:lnTo>
                  <a:lnTo>
                    <a:pt x="588876" y="8759"/>
                  </a:lnTo>
                  <a:lnTo>
                    <a:pt x="615859" y="6084"/>
                  </a:lnTo>
                  <a:lnTo>
                    <a:pt x="642885" y="3895"/>
                  </a:lnTo>
                  <a:lnTo>
                    <a:pt x="669947" y="2191"/>
                  </a:lnTo>
                  <a:lnTo>
                    <a:pt x="697034" y="974"/>
                  </a:lnTo>
                  <a:lnTo>
                    <a:pt x="724140" y="243"/>
                  </a:lnTo>
                  <a:lnTo>
                    <a:pt x="751253" y="0"/>
                  </a:lnTo>
                  <a:lnTo>
                    <a:pt x="751253" y="1509350"/>
                  </a:lnTo>
                  <a:close/>
                </a:path>
              </a:pathLst>
            </a:custGeom>
            <a:solidFill>
              <a:srgbClr val="B8CBE8">
                <a:alpha val="100000"/>
              </a:srgbClr>
            </a:solidFill>
            <a:ln w="13550" cap="rnd">
              <a:solidFill>
                <a:srgbClr val="B8CBE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g15"/>
            <p:cNvSpPr/>
            <p:nvPr/>
          </p:nvSpPr>
          <p:spPr>
            <a:xfrm>
              <a:off x="3982921" y="2328074"/>
              <a:ext cx="75760" cy="1508874"/>
            </a:xfrm>
            <a:custGeom>
              <a:avLst/>
              <a:pathLst>
                <a:path w="75760" h="1508874">
                  <a:moveTo>
                    <a:pt x="37892" y="0"/>
                  </a:moveTo>
                  <a:lnTo>
                    <a:pt x="56830" y="594"/>
                  </a:lnTo>
                  <a:lnTo>
                    <a:pt x="75760" y="1426"/>
                  </a:lnTo>
                  <a:lnTo>
                    <a:pt x="0" y="1508874"/>
                  </a:lnTo>
                  <a:close/>
                </a:path>
              </a:pathLst>
            </a:custGeom>
            <a:solidFill>
              <a:srgbClr val="891619">
                <a:alpha val="100000"/>
              </a:srgbClr>
            </a:solidFill>
            <a:ln w="13550" cap="rnd">
              <a:solidFill>
                <a:srgbClr val="89161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g16"/>
            <p:cNvSpPr/>
            <p:nvPr/>
          </p:nvSpPr>
          <p:spPr>
            <a:xfrm>
              <a:off x="3982921" y="2329501"/>
              <a:ext cx="160753" cy="1507447"/>
            </a:xfrm>
            <a:custGeom>
              <a:avLst/>
              <a:pathLst>
                <a:path w="160753" h="1507447">
                  <a:moveTo>
                    <a:pt x="75760" y="0"/>
                  </a:moveTo>
                  <a:lnTo>
                    <a:pt x="104131" y="1693"/>
                  </a:lnTo>
                  <a:lnTo>
                    <a:pt x="132466" y="3921"/>
                  </a:lnTo>
                  <a:lnTo>
                    <a:pt x="160753" y="6682"/>
                  </a:lnTo>
                  <a:lnTo>
                    <a:pt x="0" y="1507447"/>
                  </a:lnTo>
                  <a:close/>
                </a:path>
              </a:pathLst>
            </a:custGeom>
            <a:solidFill>
              <a:srgbClr val="AF353D">
                <a:alpha val="100000"/>
              </a:srgbClr>
            </a:solidFill>
            <a:ln w="13550" cap="rnd">
              <a:solidFill>
                <a:srgbClr val="AF353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g17"/>
            <p:cNvSpPr/>
            <p:nvPr/>
          </p:nvSpPr>
          <p:spPr>
            <a:xfrm>
              <a:off x="3982921" y="2336183"/>
              <a:ext cx="245233" cy="1500765"/>
            </a:xfrm>
            <a:custGeom>
              <a:avLst/>
              <a:pathLst>
                <a:path w="245233" h="1500765">
                  <a:moveTo>
                    <a:pt x="160753" y="0"/>
                  </a:moveTo>
                  <a:lnTo>
                    <a:pt x="188983" y="3293"/>
                  </a:lnTo>
                  <a:lnTo>
                    <a:pt x="217147" y="7116"/>
                  </a:lnTo>
                  <a:lnTo>
                    <a:pt x="245233" y="11470"/>
                  </a:lnTo>
                  <a:lnTo>
                    <a:pt x="0" y="1500765"/>
                  </a:lnTo>
                  <a:close/>
                </a:path>
              </a:pathLst>
            </a:custGeom>
            <a:solidFill>
              <a:srgbClr val="CF5057">
                <a:alpha val="100000"/>
              </a:srgbClr>
            </a:solidFill>
            <a:ln w="13550" cap="rnd">
              <a:solidFill>
                <a:srgbClr val="CF505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3982921" y="2347654"/>
              <a:ext cx="402456" cy="1489294"/>
            </a:xfrm>
            <a:custGeom>
              <a:avLst/>
              <a:pathLst>
                <a:path w="402456" h="1489294">
                  <a:moveTo>
                    <a:pt x="245233" y="0"/>
                  </a:moveTo>
                  <a:lnTo>
                    <a:pt x="271679" y="4596"/>
                  </a:lnTo>
                  <a:lnTo>
                    <a:pt x="298040" y="9662"/>
                  </a:lnTo>
                  <a:lnTo>
                    <a:pt x="324306" y="15197"/>
                  </a:lnTo>
                  <a:lnTo>
                    <a:pt x="350469" y="21197"/>
                  </a:lnTo>
                  <a:lnTo>
                    <a:pt x="376522" y="27662"/>
                  </a:lnTo>
                  <a:lnTo>
                    <a:pt x="402456" y="34589"/>
                  </a:lnTo>
                  <a:lnTo>
                    <a:pt x="0" y="1489294"/>
                  </a:lnTo>
                  <a:close/>
                </a:path>
              </a:pathLst>
            </a:custGeom>
            <a:solidFill>
              <a:srgbClr val="EE2129">
                <a:alpha val="100000"/>
              </a:srgbClr>
            </a:solidFill>
            <a:ln w="13550" cap="rnd">
              <a:solidFill>
                <a:srgbClr val="EE21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3982921" y="2382243"/>
              <a:ext cx="555100" cy="1454705"/>
            </a:xfrm>
            <a:custGeom>
              <a:avLst/>
              <a:pathLst>
                <a:path w="555100" h="1454705">
                  <a:moveTo>
                    <a:pt x="402456" y="0"/>
                  </a:moveTo>
                  <a:lnTo>
                    <a:pt x="428262" y="7387"/>
                  </a:lnTo>
                  <a:lnTo>
                    <a:pt x="453933" y="15232"/>
                  </a:lnTo>
                  <a:lnTo>
                    <a:pt x="479460" y="23532"/>
                  </a:lnTo>
                  <a:lnTo>
                    <a:pt x="504836" y="32285"/>
                  </a:lnTo>
                  <a:lnTo>
                    <a:pt x="530052" y="41487"/>
                  </a:lnTo>
                  <a:lnTo>
                    <a:pt x="555100" y="51137"/>
                  </a:lnTo>
                  <a:lnTo>
                    <a:pt x="0" y="1454705"/>
                  </a:lnTo>
                  <a:close/>
                </a:path>
              </a:pathLst>
            </a:custGeom>
            <a:solidFill>
              <a:srgbClr val="E7604D">
                <a:alpha val="100000"/>
              </a:srgbClr>
            </a:solidFill>
            <a:ln w="13550" cap="rnd">
              <a:solidFill>
                <a:srgbClr val="E7604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3982921" y="2433381"/>
              <a:ext cx="667657" cy="1403567"/>
            </a:xfrm>
            <a:custGeom>
              <a:avLst/>
              <a:pathLst>
                <a:path w="667657" h="1403567">
                  <a:moveTo>
                    <a:pt x="555100" y="0"/>
                  </a:moveTo>
                  <a:lnTo>
                    <a:pt x="583615" y="11615"/>
                  </a:lnTo>
                  <a:lnTo>
                    <a:pt x="611887" y="23809"/>
                  </a:lnTo>
                  <a:lnTo>
                    <a:pt x="639905" y="36578"/>
                  </a:lnTo>
                  <a:lnTo>
                    <a:pt x="667657" y="49916"/>
                  </a:lnTo>
                  <a:lnTo>
                    <a:pt x="0" y="1403567"/>
                  </a:lnTo>
                  <a:close/>
                </a:path>
              </a:pathLst>
            </a:custGeom>
            <a:solidFill>
              <a:srgbClr val="F58667">
                <a:alpha val="100000"/>
              </a:srgbClr>
            </a:solidFill>
            <a:ln w="13550" cap="rnd">
              <a:solidFill>
                <a:srgbClr val="F5866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982921" y="2483297"/>
              <a:ext cx="1004425" cy="1353651"/>
            </a:xfrm>
            <a:custGeom>
              <a:avLst/>
              <a:pathLst>
                <a:path w="1004425" h="1353651">
                  <a:moveTo>
                    <a:pt x="667657" y="0"/>
                  </a:moveTo>
                  <a:lnTo>
                    <a:pt x="691905" y="12232"/>
                  </a:lnTo>
                  <a:lnTo>
                    <a:pt x="715929" y="24898"/>
                  </a:lnTo>
                  <a:lnTo>
                    <a:pt x="739721" y="37995"/>
                  </a:lnTo>
                  <a:lnTo>
                    <a:pt x="763273" y="51518"/>
                  </a:lnTo>
                  <a:lnTo>
                    <a:pt x="786579" y="65462"/>
                  </a:lnTo>
                  <a:lnTo>
                    <a:pt x="809630" y="79823"/>
                  </a:lnTo>
                  <a:lnTo>
                    <a:pt x="832418" y="94597"/>
                  </a:lnTo>
                  <a:lnTo>
                    <a:pt x="854938" y="109778"/>
                  </a:lnTo>
                  <a:lnTo>
                    <a:pt x="877180" y="125362"/>
                  </a:lnTo>
                  <a:lnTo>
                    <a:pt x="899138" y="141344"/>
                  </a:lnTo>
                  <a:lnTo>
                    <a:pt x="920806" y="157718"/>
                  </a:lnTo>
                  <a:lnTo>
                    <a:pt x="942175" y="174480"/>
                  </a:lnTo>
                  <a:lnTo>
                    <a:pt x="963239" y="191623"/>
                  </a:lnTo>
                  <a:lnTo>
                    <a:pt x="983991" y="209143"/>
                  </a:lnTo>
                  <a:lnTo>
                    <a:pt x="1004425" y="227033"/>
                  </a:lnTo>
                  <a:lnTo>
                    <a:pt x="0" y="1353651"/>
                  </a:lnTo>
                  <a:close/>
                </a:path>
              </a:pathLst>
            </a:custGeom>
            <a:solidFill>
              <a:srgbClr val="F7A387">
                <a:alpha val="100000"/>
              </a:srgbClr>
            </a:solidFill>
            <a:ln w="13550" cap="rnd">
              <a:solidFill>
                <a:srgbClr val="F7A38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3982921" y="2710331"/>
              <a:ext cx="1388261" cy="1126618"/>
            </a:xfrm>
            <a:custGeom>
              <a:avLst/>
              <a:pathLst>
                <a:path w="1388261" h="1126618">
                  <a:moveTo>
                    <a:pt x="1004425" y="0"/>
                  </a:moveTo>
                  <a:lnTo>
                    <a:pt x="1024069" y="17826"/>
                  </a:lnTo>
                  <a:lnTo>
                    <a:pt x="1043398" y="35994"/>
                  </a:lnTo>
                  <a:lnTo>
                    <a:pt x="1062404" y="54500"/>
                  </a:lnTo>
                  <a:lnTo>
                    <a:pt x="1081081" y="73337"/>
                  </a:lnTo>
                  <a:lnTo>
                    <a:pt x="1099425" y="92499"/>
                  </a:lnTo>
                  <a:lnTo>
                    <a:pt x="1117429" y="111980"/>
                  </a:lnTo>
                  <a:lnTo>
                    <a:pt x="1135089" y="131775"/>
                  </a:lnTo>
                  <a:lnTo>
                    <a:pt x="1152397" y="151877"/>
                  </a:lnTo>
                  <a:lnTo>
                    <a:pt x="1169350" y="172281"/>
                  </a:lnTo>
                  <a:lnTo>
                    <a:pt x="1185941" y="192979"/>
                  </a:lnTo>
                  <a:lnTo>
                    <a:pt x="1202166" y="213965"/>
                  </a:lnTo>
                  <a:lnTo>
                    <a:pt x="1218020" y="235234"/>
                  </a:lnTo>
                  <a:lnTo>
                    <a:pt x="1233497" y="256777"/>
                  </a:lnTo>
                  <a:lnTo>
                    <a:pt x="1248594" y="278590"/>
                  </a:lnTo>
                  <a:lnTo>
                    <a:pt x="1263304" y="300664"/>
                  </a:lnTo>
                  <a:lnTo>
                    <a:pt x="1277625" y="322993"/>
                  </a:lnTo>
                  <a:lnTo>
                    <a:pt x="1291551" y="345571"/>
                  </a:lnTo>
                  <a:lnTo>
                    <a:pt x="1305078" y="368390"/>
                  </a:lnTo>
                  <a:lnTo>
                    <a:pt x="1318202" y="391443"/>
                  </a:lnTo>
                  <a:lnTo>
                    <a:pt x="1330918" y="414723"/>
                  </a:lnTo>
                  <a:lnTo>
                    <a:pt x="1343224" y="438223"/>
                  </a:lnTo>
                  <a:lnTo>
                    <a:pt x="1355115" y="461936"/>
                  </a:lnTo>
                  <a:lnTo>
                    <a:pt x="1366587" y="485854"/>
                  </a:lnTo>
                  <a:lnTo>
                    <a:pt x="1377637" y="509970"/>
                  </a:lnTo>
                  <a:lnTo>
                    <a:pt x="1388261" y="534277"/>
                  </a:lnTo>
                  <a:lnTo>
                    <a:pt x="0" y="1126618"/>
                  </a:lnTo>
                  <a:close/>
                </a:path>
              </a:pathLst>
            </a:custGeom>
            <a:solidFill>
              <a:srgbClr val="FBC4AE">
                <a:alpha val="100000"/>
              </a:srgbClr>
            </a:solidFill>
            <a:ln w="13550" cap="rnd">
              <a:solidFill>
                <a:srgbClr val="FBC4A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982921" y="2252131"/>
              <a:ext cx="39826" cy="500"/>
            </a:xfrm>
            <a:custGeom>
              <a:avLst/>
              <a:pathLst>
                <a:path w="39826" h="500">
                  <a:moveTo>
                    <a:pt x="0" y="0"/>
                  </a:moveTo>
                  <a:lnTo>
                    <a:pt x="19914" y="125"/>
                  </a:lnTo>
                  <a:lnTo>
                    <a:pt x="39826" y="50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022748" y="2252631"/>
              <a:ext cx="39801" cy="1501"/>
            </a:xfrm>
            <a:custGeom>
              <a:avLst/>
              <a:pathLst>
                <a:path w="39801" h="1501">
                  <a:moveTo>
                    <a:pt x="0" y="0"/>
                  </a:moveTo>
                  <a:lnTo>
                    <a:pt x="19905" y="625"/>
                  </a:lnTo>
                  <a:lnTo>
                    <a:pt x="39801" y="1501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062549" y="2254133"/>
              <a:ext cx="89331" cy="7030"/>
            </a:xfrm>
            <a:custGeom>
              <a:avLst/>
              <a:pathLst>
                <a:path w="89331" h="7030">
                  <a:moveTo>
                    <a:pt x="0" y="0"/>
                  </a:moveTo>
                  <a:lnTo>
                    <a:pt x="29819" y="1782"/>
                  </a:lnTo>
                  <a:lnTo>
                    <a:pt x="59600" y="4125"/>
                  </a:lnTo>
                  <a:lnTo>
                    <a:pt x="89331" y="703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151881" y="2261163"/>
              <a:ext cx="88791" cy="12068"/>
            </a:xfrm>
            <a:custGeom>
              <a:avLst/>
              <a:pathLst>
                <a:path w="88791" h="12068">
                  <a:moveTo>
                    <a:pt x="0" y="0"/>
                  </a:moveTo>
                  <a:lnTo>
                    <a:pt x="29671" y="3464"/>
                  </a:lnTo>
                  <a:lnTo>
                    <a:pt x="59271" y="7487"/>
                  </a:lnTo>
                  <a:lnTo>
                    <a:pt x="88791" y="12068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40672" y="2273231"/>
              <a:ext cx="165240" cy="36391"/>
            </a:xfrm>
            <a:custGeom>
              <a:avLst/>
              <a:pathLst>
                <a:path w="165240" h="36391">
                  <a:moveTo>
                    <a:pt x="0" y="0"/>
                  </a:moveTo>
                  <a:lnTo>
                    <a:pt x="27795" y="4836"/>
                  </a:lnTo>
                  <a:lnTo>
                    <a:pt x="55500" y="10166"/>
                  </a:lnTo>
                  <a:lnTo>
                    <a:pt x="83106" y="15988"/>
                  </a:lnTo>
                  <a:lnTo>
                    <a:pt x="110604" y="22301"/>
                  </a:lnTo>
                  <a:lnTo>
                    <a:pt x="137985" y="29103"/>
                  </a:lnTo>
                  <a:lnTo>
                    <a:pt x="165240" y="36391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405912" y="2309622"/>
              <a:ext cx="160419" cy="53800"/>
            </a:xfrm>
            <a:custGeom>
              <a:avLst/>
              <a:pathLst>
                <a:path w="160419" h="53800">
                  <a:moveTo>
                    <a:pt x="0" y="0"/>
                  </a:moveTo>
                  <a:lnTo>
                    <a:pt x="27121" y="7771"/>
                  </a:lnTo>
                  <a:lnTo>
                    <a:pt x="54100" y="16025"/>
                  </a:lnTo>
                  <a:lnTo>
                    <a:pt x="80928" y="24757"/>
                  </a:lnTo>
                  <a:lnTo>
                    <a:pt x="107596" y="33966"/>
                  </a:lnTo>
                  <a:lnTo>
                    <a:pt x="134096" y="43648"/>
                  </a:lnTo>
                  <a:lnTo>
                    <a:pt x="160419" y="5380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566332" y="2363422"/>
              <a:ext cx="118280" cy="52513"/>
            </a:xfrm>
            <a:custGeom>
              <a:avLst/>
              <a:pathLst>
                <a:path w="118280" h="52513">
                  <a:moveTo>
                    <a:pt x="0" y="0"/>
                  </a:moveTo>
                  <a:lnTo>
                    <a:pt x="29966" y="12219"/>
                  </a:lnTo>
                  <a:lnTo>
                    <a:pt x="59676" y="25048"/>
                  </a:lnTo>
                  <a:lnTo>
                    <a:pt x="89118" y="38482"/>
                  </a:lnTo>
                  <a:lnTo>
                    <a:pt x="118280" y="52513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684613" y="2415936"/>
              <a:ext cx="353816" cy="238831"/>
            </a:xfrm>
            <a:custGeom>
              <a:avLst/>
              <a:pathLst>
                <a:path w="353816" h="238831">
                  <a:moveTo>
                    <a:pt x="0" y="0"/>
                  </a:moveTo>
                  <a:lnTo>
                    <a:pt x="25479" y="12868"/>
                  </a:lnTo>
                  <a:lnTo>
                    <a:pt x="50723" y="26193"/>
                  </a:lnTo>
                  <a:lnTo>
                    <a:pt x="75723" y="39971"/>
                  </a:lnTo>
                  <a:lnTo>
                    <a:pt x="100471" y="54197"/>
                  </a:lnTo>
                  <a:lnTo>
                    <a:pt x="124958" y="68866"/>
                  </a:lnTo>
                  <a:lnTo>
                    <a:pt x="149177" y="83974"/>
                  </a:lnTo>
                  <a:lnTo>
                    <a:pt x="173120" y="99516"/>
                  </a:lnTo>
                  <a:lnTo>
                    <a:pt x="196780" y="115487"/>
                  </a:lnTo>
                  <a:lnTo>
                    <a:pt x="220147" y="131881"/>
                  </a:lnTo>
                  <a:lnTo>
                    <a:pt x="243216" y="148693"/>
                  </a:lnTo>
                  <a:lnTo>
                    <a:pt x="265978" y="165918"/>
                  </a:lnTo>
                  <a:lnTo>
                    <a:pt x="288427" y="183550"/>
                  </a:lnTo>
                  <a:lnTo>
                    <a:pt x="310554" y="201583"/>
                  </a:lnTo>
                  <a:lnTo>
                    <a:pt x="332353" y="220013"/>
                  </a:lnTo>
                  <a:lnTo>
                    <a:pt x="353816" y="238831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666035" y="3848837"/>
              <a:ext cx="2826189" cy="1497430"/>
            </a:xfrm>
            <a:custGeom>
              <a:avLst/>
              <a:pathLst>
                <a:path w="2826189" h="1497430">
                  <a:moveTo>
                    <a:pt x="2826189" y="0"/>
                  </a:moveTo>
                  <a:lnTo>
                    <a:pt x="2825750" y="26391"/>
                  </a:lnTo>
                  <a:lnTo>
                    <a:pt x="2824850" y="52771"/>
                  </a:lnTo>
                  <a:lnTo>
                    <a:pt x="2823489" y="79130"/>
                  </a:lnTo>
                  <a:lnTo>
                    <a:pt x="2821667" y="105463"/>
                  </a:lnTo>
                  <a:lnTo>
                    <a:pt x="2819385" y="131759"/>
                  </a:lnTo>
                  <a:lnTo>
                    <a:pt x="2816643" y="158011"/>
                  </a:lnTo>
                  <a:lnTo>
                    <a:pt x="2813443" y="184211"/>
                  </a:lnTo>
                  <a:lnTo>
                    <a:pt x="2809785" y="210352"/>
                  </a:lnTo>
                  <a:lnTo>
                    <a:pt x="2805670" y="236424"/>
                  </a:lnTo>
                  <a:lnTo>
                    <a:pt x="2801100" y="262420"/>
                  </a:lnTo>
                  <a:lnTo>
                    <a:pt x="2796076" y="288333"/>
                  </a:lnTo>
                  <a:lnTo>
                    <a:pt x="2790600" y="314154"/>
                  </a:lnTo>
                  <a:lnTo>
                    <a:pt x="2784673" y="339875"/>
                  </a:lnTo>
                  <a:lnTo>
                    <a:pt x="2778298" y="365488"/>
                  </a:lnTo>
                  <a:lnTo>
                    <a:pt x="2771475" y="390986"/>
                  </a:lnTo>
                  <a:lnTo>
                    <a:pt x="2764208" y="416361"/>
                  </a:lnTo>
                  <a:lnTo>
                    <a:pt x="2756498" y="441605"/>
                  </a:lnTo>
                  <a:lnTo>
                    <a:pt x="2748347" y="466710"/>
                  </a:lnTo>
                  <a:lnTo>
                    <a:pt x="2739759" y="491669"/>
                  </a:lnTo>
                  <a:lnTo>
                    <a:pt x="2730736" y="516474"/>
                  </a:lnTo>
                  <a:lnTo>
                    <a:pt x="2721280" y="541117"/>
                  </a:lnTo>
                  <a:lnTo>
                    <a:pt x="2711395" y="565591"/>
                  </a:lnTo>
                  <a:lnTo>
                    <a:pt x="2701083" y="589889"/>
                  </a:lnTo>
                  <a:lnTo>
                    <a:pt x="2690348" y="614002"/>
                  </a:lnTo>
                  <a:lnTo>
                    <a:pt x="2679193" y="637924"/>
                  </a:lnTo>
                  <a:lnTo>
                    <a:pt x="2667622" y="661647"/>
                  </a:lnTo>
                  <a:lnTo>
                    <a:pt x="2655637" y="685165"/>
                  </a:lnTo>
                  <a:lnTo>
                    <a:pt x="2643243" y="708469"/>
                  </a:lnTo>
                  <a:lnTo>
                    <a:pt x="2630443" y="731553"/>
                  </a:lnTo>
                  <a:lnTo>
                    <a:pt x="2617242" y="754409"/>
                  </a:lnTo>
                  <a:lnTo>
                    <a:pt x="2603643" y="777032"/>
                  </a:lnTo>
                  <a:lnTo>
                    <a:pt x="2589650" y="799412"/>
                  </a:lnTo>
                  <a:lnTo>
                    <a:pt x="2575268" y="821545"/>
                  </a:lnTo>
                  <a:lnTo>
                    <a:pt x="2560502" y="843423"/>
                  </a:lnTo>
                  <a:lnTo>
                    <a:pt x="2545355" y="865039"/>
                  </a:lnTo>
                  <a:lnTo>
                    <a:pt x="2529832" y="886388"/>
                  </a:lnTo>
                  <a:lnTo>
                    <a:pt x="2513938" y="907461"/>
                  </a:lnTo>
                  <a:lnTo>
                    <a:pt x="2497679" y="928253"/>
                  </a:lnTo>
                  <a:lnTo>
                    <a:pt x="2481058" y="948758"/>
                  </a:lnTo>
                  <a:lnTo>
                    <a:pt x="2464081" y="968969"/>
                  </a:lnTo>
                  <a:lnTo>
                    <a:pt x="2446753" y="988880"/>
                  </a:lnTo>
                  <a:lnTo>
                    <a:pt x="2429080" y="1008485"/>
                  </a:lnTo>
                  <a:lnTo>
                    <a:pt x="2411067" y="1027778"/>
                  </a:lnTo>
                  <a:lnTo>
                    <a:pt x="2392719" y="1046753"/>
                  </a:lnTo>
                  <a:lnTo>
                    <a:pt x="2374042" y="1065404"/>
                  </a:lnTo>
                  <a:lnTo>
                    <a:pt x="2355042" y="1083726"/>
                  </a:lnTo>
                  <a:lnTo>
                    <a:pt x="2335724" y="1101713"/>
                  </a:lnTo>
                  <a:lnTo>
                    <a:pt x="2316094" y="1119359"/>
                  </a:lnTo>
                  <a:lnTo>
                    <a:pt x="2296160" y="1136659"/>
                  </a:lnTo>
                  <a:lnTo>
                    <a:pt x="2275925" y="1153608"/>
                  </a:lnTo>
                  <a:lnTo>
                    <a:pt x="2255397" y="1170201"/>
                  </a:lnTo>
                  <a:lnTo>
                    <a:pt x="2234583" y="1186432"/>
                  </a:lnTo>
                  <a:lnTo>
                    <a:pt x="2213487" y="1202296"/>
                  </a:lnTo>
                  <a:lnTo>
                    <a:pt x="2192118" y="1217790"/>
                  </a:lnTo>
                  <a:lnTo>
                    <a:pt x="2170481" y="1232907"/>
                  </a:lnTo>
                  <a:lnTo>
                    <a:pt x="2148582" y="1247643"/>
                  </a:lnTo>
                  <a:lnTo>
                    <a:pt x="2126430" y="1261994"/>
                  </a:lnTo>
                  <a:lnTo>
                    <a:pt x="2104029" y="1275956"/>
                  </a:lnTo>
                  <a:lnTo>
                    <a:pt x="2081389" y="1289524"/>
                  </a:lnTo>
                  <a:lnTo>
                    <a:pt x="2058514" y="1302694"/>
                  </a:lnTo>
                  <a:lnTo>
                    <a:pt x="2035412" y="1315462"/>
                  </a:lnTo>
                  <a:lnTo>
                    <a:pt x="2012091" y="1327824"/>
                  </a:lnTo>
                  <a:lnTo>
                    <a:pt x="1988557" y="1339776"/>
                  </a:lnTo>
                  <a:lnTo>
                    <a:pt x="1964818" y="1351315"/>
                  </a:lnTo>
                  <a:lnTo>
                    <a:pt x="1940881" y="1362437"/>
                  </a:lnTo>
                  <a:lnTo>
                    <a:pt x="1916752" y="1373138"/>
                  </a:lnTo>
                  <a:lnTo>
                    <a:pt x="1892441" y="1383417"/>
                  </a:lnTo>
                  <a:lnTo>
                    <a:pt x="1867953" y="1393268"/>
                  </a:lnTo>
                  <a:lnTo>
                    <a:pt x="1843297" y="1402690"/>
                  </a:lnTo>
                  <a:lnTo>
                    <a:pt x="1818479" y="1411679"/>
                  </a:lnTo>
                  <a:lnTo>
                    <a:pt x="1793509" y="1420232"/>
                  </a:lnTo>
                  <a:lnTo>
                    <a:pt x="1768392" y="1428348"/>
                  </a:lnTo>
                  <a:lnTo>
                    <a:pt x="1743138" y="1436023"/>
                  </a:lnTo>
                  <a:lnTo>
                    <a:pt x="1717753" y="1443256"/>
                  </a:lnTo>
                  <a:lnTo>
                    <a:pt x="1692246" y="1450043"/>
                  </a:lnTo>
                  <a:lnTo>
                    <a:pt x="1666623" y="1456384"/>
                  </a:lnTo>
                  <a:lnTo>
                    <a:pt x="1640894" y="1462275"/>
                  </a:lnTo>
                  <a:lnTo>
                    <a:pt x="1615066" y="1467716"/>
                  </a:lnTo>
                  <a:lnTo>
                    <a:pt x="1589147" y="1472704"/>
                  </a:lnTo>
                  <a:lnTo>
                    <a:pt x="1563144" y="1477238"/>
                  </a:lnTo>
                  <a:lnTo>
                    <a:pt x="1537066" y="1481316"/>
                  </a:lnTo>
                  <a:lnTo>
                    <a:pt x="1510920" y="1484938"/>
                  </a:lnTo>
                  <a:lnTo>
                    <a:pt x="1484716" y="1488102"/>
                  </a:lnTo>
                  <a:lnTo>
                    <a:pt x="1458460" y="1490808"/>
                  </a:lnTo>
                  <a:lnTo>
                    <a:pt x="1432160" y="1493054"/>
                  </a:lnTo>
                  <a:lnTo>
                    <a:pt x="1405826" y="1494840"/>
                  </a:lnTo>
                  <a:lnTo>
                    <a:pt x="1379464" y="1496164"/>
                  </a:lnTo>
                  <a:lnTo>
                    <a:pt x="1353083" y="1497028"/>
                  </a:lnTo>
                  <a:lnTo>
                    <a:pt x="1326691" y="1497430"/>
                  </a:lnTo>
                  <a:lnTo>
                    <a:pt x="1300296" y="1497371"/>
                  </a:lnTo>
                  <a:lnTo>
                    <a:pt x="1273906" y="1496850"/>
                  </a:lnTo>
                  <a:lnTo>
                    <a:pt x="1247530" y="1495868"/>
                  </a:lnTo>
                  <a:lnTo>
                    <a:pt x="1221174" y="1494425"/>
                  </a:lnTo>
                  <a:lnTo>
                    <a:pt x="1194848" y="1492521"/>
                  </a:lnTo>
                  <a:lnTo>
                    <a:pt x="1168559" y="1490156"/>
                  </a:lnTo>
                  <a:lnTo>
                    <a:pt x="1142315" y="1487333"/>
                  </a:lnTo>
                  <a:lnTo>
                    <a:pt x="1116125" y="1484051"/>
                  </a:lnTo>
                  <a:lnTo>
                    <a:pt x="1089996" y="1480312"/>
                  </a:lnTo>
                  <a:lnTo>
                    <a:pt x="1063937" y="1476116"/>
                  </a:lnTo>
                  <a:lnTo>
                    <a:pt x="1037955" y="1471465"/>
                  </a:lnTo>
                  <a:lnTo>
                    <a:pt x="1012058" y="1466360"/>
                  </a:lnTo>
                  <a:lnTo>
                    <a:pt x="986254" y="1460804"/>
                  </a:lnTo>
                  <a:lnTo>
                    <a:pt x="960552" y="1454797"/>
                  </a:lnTo>
                  <a:lnTo>
                    <a:pt x="934959" y="1448342"/>
                  </a:lnTo>
                  <a:lnTo>
                    <a:pt x="909482" y="1441439"/>
                  </a:lnTo>
                  <a:lnTo>
                    <a:pt x="884130" y="1434093"/>
                  </a:lnTo>
                  <a:lnTo>
                    <a:pt x="858910" y="1426304"/>
                  </a:lnTo>
                  <a:lnTo>
                    <a:pt x="833830" y="1418076"/>
                  </a:lnTo>
                  <a:lnTo>
                    <a:pt x="808899" y="1409410"/>
                  </a:lnTo>
                  <a:lnTo>
                    <a:pt x="784122" y="1400309"/>
                  </a:lnTo>
                  <a:lnTo>
                    <a:pt x="759508" y="1390777"/>
                  </a:lnTo>
                  <a:lnTo>
                    <a:pt x="735065" y="1380816"/>
                  </a:lnTo>
                  <a:lnTo>
                    <a:pt x="710800" y="1370428"/>
                  </a:lnTo>
                  <a:lnTo>
                    <a:pt x="686720" y="1359618"/>
                  </a:lnTo>
                  <a:lnTo>
                    <a:pt x="662833" y="1348389"/>
                  </a:lnTo>
                  <a:lnTo>
                    <a:pt x="639146" y="1336744"/>
                  </a:lnTo>
                  <a:lnTo>
                    <a:pt x="615666" y="1324686"/>
                  </a:lnTo>
                  <a:lnTo>
                    <a:pt x="592400" y="1312219"/>
                  </a:lnTo>
                  <a:lnTo>
                    <a:pt x="569356" y="1299348"/>
                  </a:lnTo>
                  <a:lnTo>
                    <a:pt x="546541" y="1286075"/>
                  </a:lnTo>
                  <a:lnTo>
                    <a:pt x="523961" y="1272405"/>
                  </a:lnTo>
                  <a:lnTo>
                    <a:pt x="501624" y="1258343"/>
                  </a:lnTo>
                  <a:lnTo>
                    <a:pt x="479536" y="1243893"/>
                  </a:lnTo>
                  <a:lnTo>
                    <a:pt x="457704" y="1229058"/>
                  </a:lnTo>
                  <a:lnTo>
                    <a:pt x="436135" y="1213843"/>
                  </a:lnTo>
                  <a:lnTo>
                    <a:pt x="414836" y="1198254"/>
                  </a:lnTo>
                  <a:lnTo>
                    <a:pt x="393812" y="1182295"/>
                  </a:lnTo>
                  <a:lnTo>
                    <a:pt x="373070" y="1165971"/>
                  </a:lnTo>
                  <a:lnTo>
                    <a:pt x="352617" y="1149286"/>
                  </a:lnTo>
                  <a:lnTo>
                    <a:pt x="332459" y="1132246"/>
                  </a:lnTo>
                  <a:lnTo>
                    <a:pt x="312602" y="1114857"/>
                  </a:lnTo>
                  <a:lnTo>
                    <a:pt x="293052" y="1097123"/>
                  </a:lnTo>
                  <a:lnTo>
                    <a:pt x="273816" y="1079049"/>
                  </a:lnTo>
                  <a:lnTo>
                    <a:pt x="254898" y="1060642"/>
                  </a:lnTo>
                  <a:lnTo>
                    <a:pt x="236305" y="1041907"/>
                  </a:lnTo>
                  <a:lnTo>
                    <a:pt x="218043" y="1022850"/>
                  </a:lnTo>
                  <a:lnTo>
                    <a:pt x="200116" y="1003476"/>
                  </a:lnTo>
                  <a:lnTo>
                    <a:pt x="182531" y="983792"/>
                  </a:lnTo>
                  <a:lnTo>
                    <a:pt x="165293" y="963803"/>
                  </a:lnTo>
                  <a:lnTo>
                    <a:pt x="148407" y="943516"/>
                  </a:lnTo>
                  <a:lnTo>
                    <a:pt x="131879" y="922937"/>
                  </a:lnTo>
                  <a:lnTo>
                    <a:pt x="115713" y="902072"/>
                  </a:lnTo>
                  <a:lnTo>
                    <a:pt x="99914" y="880927"/>
                  </a:lnTo>
                  <a:lnTo>
                    <a:pt x="84487" y="859509"/>
                  </a:lnTo>
                  <a:lnTo>
                    <a:pt x="69438" y="837825"/>
                  </a:lnTo>
                  <a:lnTo>
                    <a:pt x="54769" y="815881"/>
                  </a:lnTo>
                  <a:lnTo>
                    <a:pt x="40487" y="793684"/>
                  </a:lnTo>
                  <a:lnTo>
                    <a:pt x="26595" y="771240"/>
                  </a:lnTo>
                  <a:lnTo>
                    <a:pt x="13098" y="748557"/>
                  </a:lnTo>
                  <a:lnTo>
                    <a:pt x="0" y="725642"/>
                  </a:lnTo>
                </a:path>
              </a:pathLst>
            </a:custGeom>
            <a:ln w="27101" cap="flat">
              <a:solidFill>
                <a:srgbClr val="0F003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80914" y="2520620"/>
              <a:ext cx="170585" cy="168454"/>
            </a:xfrm>
            <a:custGeom>
              <a:avLst/>
              <a:pathLst>
                <a:path w="170585" h="168454">
                  <a:moveTo>
                    <a:pt x="0" y="168454"/>
                  </a:moveTo>
                  <a:lnTo>
                    <a:pt x="22919" y="142969"/>
                  </a:lnTo>
                  <a:lnTo>
                    <a:pt x="46338" y="117941"/>
                  </a:lnTo>
                  <a:lnTo>
                    <a:pt x="70246" y="93380"/>
                  </a:lnTo>
                  <a:lnTo>
                    <a:pt x="94634" y="69297"/>
                  </a:lnTo>
                  <a:lnTo>
                    <a:pt x="119493" y="45699"/>
                  </a:lnTo>
                  <a:lnTo>
                    <a:pt x="144813" y="22597"/>
                  </a:lnTo>
                  <a:lnTo>
                    <a:pt x="170585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851499" y="2458778"/>
              <a:ext cx="76205" cy="61842"/>
            </a:xfrm>
            <a:custGeom>
              <a:avLst/>
              <a:pathLst>
                <a:path w="76205" h="61842">
                  <a:moveTo>
                    <a:pt x="0" y="61842"/>
                  </a:moveTo>
                  <a:lnTo>
                    <a:pt x="25011" y="40750"/>
                  </a:lnTo>
                  <a:lnTo>
                    <a:pt x="50416" y="20134"/>
                  </a:lnTo>
                  <a:lnTo>
                    <a:pt x="76205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927704" y="2326525"/>
              <a:ext cx="199963" cy="132252"/>
            </a:xfrm>
            <a:custGeom>
              <a:avLst/>
              <a:pathLst>
                <a:path w="199963" h="132252">
                  <a:moveTo>
                    <a:pt x="0" y="132252"/>
                  </a:moveTo>
                  <a:lnTo>
                    <a:pt x="27418" y="111685"/>
                  </a:lnTo>
                  <a:lnTo>
                    <a:pt x="55238" y="91663"/>
                  </a:lnTo>
                  <a:lnTo>
                    <a:pt x="83448" y="72194"/>
                  </a:lnTo>
                  <a:lnTo>
                    <a:pt x="112036" y="53286"/>
                  </a:lnTo>
                  <a:lnTo>
                    <a:pt x="140993" y="34946"/>
                  </a:lnTo>
                  <a:lnTo>
                    <a:pt x="170305" y="17182"/>
                  </a:lnTo>
                  <a:lnTo>
                    <a:pt x="199963" y="0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tx35"/>
            <p:cNvSpPr/>
            <p:nvPr/>
          </p:nvSpPr>
          <p:spPr>
            <a:xfrm>
              <a:off x="4663244" y="2900307"/>
              <a:ext cx="578230" cy="15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BRAF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644713" y="3166077"/>
              <a:ext cx="638573" cy="2034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(7.0%)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726696" y="3515171"/>
              <a:ext cx="602261" cy="160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EGFR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4659890" y="3786234"/>
              <a:ext cx="759152" cy="2034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(11.3%)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826816" y="4405687"/>
              <a:ext cx="590404" cy="16049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KRAS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754280" y="4676751"/>
              <a:ext cx="759152" cy="2034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(32.2%)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818155" y="3525239"/>
              <a:ext cx="518311" cy="1577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697735" y="3791712"/>
              <a:ext cx="759152" cy="2034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(24.4%)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89102" y="2258515"/>
              <a:ext cx="409588" cy="1558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NF1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3286297" y="2524921"/>
              <a:ext cx="638573" cy="2034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70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7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(8.3%)</a:t>
              </a:r>
            </a:p>
          </p:txBody>
        </p:sp>
        <p:sp>
          <p:nvSpPr>
            <p:cNvPr id="45" name="rc45"/>
            <p:cNvSpPr/>
            <p:nvPr/>
          </p:nvSpPr>
          <p:spPr>
            <a:xfrm>
              <a:off x="6200820" y="2126757"/>
              <a:ext cx="1791030" cy="32745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6" name="rc46"/>
            <p:cNvSpPr/>
            <p:nvPr/>
          </p:nvSpPr>
          <p:spPr>
            <a:xfrm>
              <a:off x="6200820" y="2486757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7" name="rc47"/>
            <p:cNvSpPr/>
            <p:nvPr/>
          </p:nvSpPr>
          <p:spPr>
            <a:xfrm>
              <a:off x="6202620" y="2488557"/>
              <a:ext cx="140399" cy="163176"/>
            </a:xfrm>
            <a:prstGeom prst="rect">
              <a:avLst/>
            </a:prstGeom>
            <a:solidFill>
              <a:srgbClr val="04050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8" name="rc48"/>
            <p:cNvSpPr/>
            <p:nvPr/>
          </p:nvSpPr>
          <p:spPr>
            <a:xfrm>
              <a:off x="6200820" y="2761533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9" name="rc49"/>
            <p:cNvSpPr/>
            <p:nvPr/>
          </p:nvSpPr>
          <p:spPr>
            <a:xfrm>
              <a:off x="6202620" y="2763333"/>
              <a:ext cx="140399" cy="163176"/>
            </a:xfrm>
            <a:prstGeom prst="rect">
              <a:avLst/>
            </a:prstGeom>
            <a:solidFill>
              <a:srgbClr val="89161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" name="rc50"/>
            <p:cNvSpPr/>
            <p:nvPr/>
          </p:nvSpPr>
          <p:spPr>
            <a:xfrm>
              <a:off x="6200820" y="3036310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1" name="rc51"/>
            <p:cNvSpPr/>
            <p:nvPr/>
          </p:nvSpPr>
          <p:spPr>
            <a:xfrm>
              <a:off x="6202620" y="3038110"/>
              <a:ext cx="140399" cy="163176"/>
            </a:xfrm>
            <a:prstGeom prst="rect">
              <a:avLst/>
            </a:prstGeom>
            <a:solidFill>
              <a:srgbClr val="AF353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2" name="rc52"/>
            <p:cNvSpPr/>
            <p:nvPr/>
          </p:nvSpPr>
          <p:spPr>
            <a:xfrm>
              <a:off x="6200820" y="3311086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3" name="rc53"/>
            <p:cNvSpPr/>
            <p:nvPr/>
          </p:nvSpPr>
          <p:spPr>
            <a:xfrm>
              <a:off x="6202620" y="3312886"/>
              <a:ext cx="140399" cy="163176"/>
            </a:xfrm>
            <a:prstGeom prst="rect">
              <a:avLst/>
            </a:prstGeom>
            <a:solidFill>
              <a:srgbClr val="CF505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rc54"/>
            <p:cNvSpPr/>
            <p:nvPr/>
          </p:nvSpPr>
          <p:spPr>
            <a:xfrm>
              <a:off x="6200820" y="3585863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rc55"/>
            <p:cNvSpPr/>
            <p:nvPr/>
          </p:nvSpPr>
          <p:spPr>
            <a:xfrm>
              <a:off x="6202620" y="3587663"/>
              <a:ext cx="140399" cy="163176"/>
            </a:xfrm>
            <a:prstGeom prst="rect">
              <a:avLst/>
            </a:prstGeom>
            <a:solidFill>
              <a:srgbClr val="EE212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6200820" y="3860639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6202620" y="3862439"/>
              <a:ext cx="140399" cy="163176"/>
            </a:xfrm>
            <a:prstGeom prst="rect">
              <a:avLst/>
            </a:prstGeom>
            <a:solidFill>
              <a:srgbClr val="E7604D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6200820" y="4135415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6202620" y="4137215"/>
              <a:ext cx="140399" cy="163176"/>
            </a:xfrm>
            <a:prstGeom prst="rect">
              <a:avLst/>
            </a:prstGeom>
            <a:solidFill>
              <a:srgbClr val="F5866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6200820" y="4410192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6202620" y="4411992"/>
              <a:ext cx="140399" cy="163176"/>
            </a:xfrm>
            <a:prstGeom prst="rect">
              <a:avLst/>
            </a:prstGeom>
            <a:solidFill>
              <a:srgbClr val="F7A38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2" name="rc62"/>
            <p:cNvSpPr/>
            <p:nvPr/>
          </p:nvSpPr>
          <p:spPr>
            <a:xfrm>
              <a:off x="6200820" y="4684968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3" name="rc63"/>
            <p:cNvSpPr/>
            <p:nvPr/>
          </p:nvSpPr>
          <p:spPr>
            <a:xfrm>
              <a:off x="6202620" y="4686768"/>
              <a:ext cx="140399" cy="163176"/>
            </a:xfrm>
            <a:prstGeom prst="rect">
              <a:avLst/>
            </a:prstGeom>
            <a:solidFill>
              <a:srgbClr val="0073A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4" name="rc64"/>
            <p:cNvSpPr/>
            <p:nvPr/>
          </p:nvSpPr>
          <p:spPr>
            <a:xfrm>
              <a:off x="6200820" y="4959745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5" name="rc65"/>
            <p:cNvSpPr/>
            <p:nvPr/>
          </p:nvSpPr>
          <p:spPr>
            <a:xfrm>
              <a:off x="6202620" y="4961545"/>
              <a:ext cx="140399" cy="163176"/>
            </a:xfrm>
            <a:prstGeom prst="rect">
              <a:avLst/>
            </a:prstGeom>
            <a:solidFill>
              <a:srgbClr val="069BD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6" name="rc66"/>
            <p:cNvSpPr/>
            <p:nvPr/>
          </p:nvSpPr>
          <p:spPr>
            <a:xfrm>
              <a:off x="6200820" y="5234521"/>
              <a:ext cx="144000" cy="16677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7" name="rc67"/>
            <p:cNvSpPr/>
            <p:nvPr/>
          </p:nvSpPr>
          <p:spPr>
            <a:xfrm>
              <a:off x="6202620" y="5236321"/>
              <a:ext cx="140399" cy="163176"/>
            </a:xfrm>
            <a:prstGeom prst="rect">
              <a:avLst/>
            </a:prstGeom>
            <a:solidFill>
              <a:srgbClr val="68B0E1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tx68"/>
            <p:cNvSpPr/>
            <p:nvPr/>
          </p:nvSpPr>
          <p:spPr>
            <a:xfrm>
              <a:off x="6414409" y="2466921"/>
              <a:ext cx="1067060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HRAS (0.4%)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6414409" y="2741697"/>
              <a:ext cx="1067060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NRAS (0.4%)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6414409" y="3016473"/>
              <a:ext cx="145252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RET fusion (0.9%)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6414409" y="3291250"/>
              <a:ext cx="127472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MAP2K1 (0.9%)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6414409" y="3565939"/>
              <a:ext cx="1581100" cy="1669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ROS1 fusion (1.7%)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6414409" y="3840803"/>
              <a:ext cx="1156134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ERBB2 (1.7%)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6414409" y="4115579"/>
              <a:ext cx="1432991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ALK fusion (1.3%)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6414409" y="4390355"/>
              <a:ext cx="1383332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MET ex14 (4.3%)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6414409" y="4665132"/>
              <a:ext cx="958366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RIT1 (2.2%)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6414409" y="4939908"/>
              <a:ext cx="1551409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ERBB2 amp (0.9%)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6414409" y="5214685"/>
              <a:ext cx="1343657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MET amp (2.2%)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5</cp:revision>
  <dcterms:created xsi:type="dcterms:W3CDTF">2015-07-14T21:05:00Z</dcterms:created>
  <dcterms:modified xsi:type="dcterms:W3CDTF">2025-02-18T15:46:49Z</dcterms:modified>
</cp:coreProperties>
</file>